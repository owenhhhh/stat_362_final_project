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Final Project</a:t>
            </a:r>
            <a:r>
              <a:rPr lang="en-US" dirty="0"/>
              <a:t>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Team Members  </a:t>
            </a:r>
            <a:endParaRPr lang="en-US" dirty="0"/>
          </a:p>
          <a:p>
            <a:r>
              <a:rPr lang="en-US" dirty="0"/>
              <a:t>QR Code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82E3-9F0B-EEBF-257A-944D31D5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template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2CD7FE-11B8-2423-146D-A803782D4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template is provided to help you organize your final presentation based on the grading rubric.</a:t>
            </a:r>
          </a:p>
          <a:p>
            <a:r>
              <a:rPr lang="en-US" dirty="0"/>
              <a:t>If you delete slides, be careful not to remove information that is required for peer evaluation.</a:t>
            </a:r>
          </a:p>
          <a:p>
            <a:r>
              <a:rPr lang="en-US" dirty="0"/>
              <a:t>Feel free to add extra slides/content if needed.</a:t>
            </a:r>
          </a:p>
        </p:txBody>
      </p:sp>
    </p:spTree>
    <p:extLst>
      <p:ext uri="{BB962C8B-B14F-4D97-AF65-F5344CB8AC3E}">
        <p14:creationId xmlns:p14="http://schemas.microsoft.com/office/powerpoint/2010/main" val="321920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Clearly state the problem you are trying to solve.</a:t>
            </a:r>
          </a:p>
          <a:p>
            <a:r>
              <a:rPr dirty="0"/>
              <a:t>Explain why this problem matters (application / impact).</a:t>
            </a:r>
            <a:endParaRPr lang="en-US" dirty="0"/>
          </a:p>
          <a:p>
            <a:r>
              <a:rPr lang="en-US" dirty="0"/>
              <a:t>What question(s) is your model trying to answer? Regression problem or classification?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 of the dataset (e.g., Kaggle, open data portal).</a:t>
            </a:r>
          </a:p>
          <a:p>
            <a:r>
              <a:rPr dirty="0"/>
              <a:t>Size: number of samples, input dimensions, </a:t>
            </a:r>
            <a:endParaRPr lang="en-US" dirty="0"/>
          </a:p>
          <a:p>
            <a:r>
              <a:rPr dirty="0"/>
              <a:t>Input features and target variable.</a:t>
            </a:r>
          </a:p>
          <a:p>
            <a:r>
              <a:rPr dirty="0"/>
              <a:t>Key preprocessing steps (e.g., normalization, augmentation, tokenization).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Baseline &amp; Approach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66544"/>
          </a:xfrm>
        </p:spPr>
        <p:txBody>
          <a:bodyPr/>
          <a:lstStyle/>
          <a:p>
            <a:r>
              <a:rPr dirty="0"/>
              <a:t>Briefly describe your baseline model(s).</a:t>
            </a:r>
          </a:p>
          <a:p>
            <a:r>
              <a:rPr dirty="0"/>
              <a:t>One-sentence summary of your deep learning approach.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CA27F-B24B-1FE8-708E-04D5593FDA68}"/>
              </a:ext>
            </a:extLst>
          </p:cNvPr>
          <p:cNvSpPr txBox="1"/>
          <p:nvPr/>
        </p:nvSpPr>
        <p:spPr>
          <a:xfrm>
            <a:off x="1014984" y="4224528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Feel free to skip this slide if your project does not have a baseline model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Architecture &amp; Design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architecture (e.g., CNN / ResNet / LSTM / Transformer).</a:t>
            </a:r>
          </a:p>
          <a:p>
            <a:r>
              <a:t>Key design choices: regularization, optimizer, learning-rate schedule, batch size, epochs.</a:t>
            </a:r>
          </a:p>
          <a:p>
            <a:r>
              <a:t>Brief justification of why these choices are appropriate for your data/problem.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Train/validation/test strategy (splits or cross-validation).</a:t>
            </a:r>
          </a:p>
          <a:p>
            <a:r>
              <a:t>Evaluation metrics (e.g., accuracy, F1, AUC, MSE).</a:t>
            </a:r>
          </a:p>
          <a:p>
            <a:r>
              <a:t>Implementation details (framework, hardware, important constraints).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or summary comparing baseline(s) with your main model.</a:t>
            </a:r>
          </a:p>
          <a:p>
            <a:r>
              <a:t>Highlight the best-performing configuration.</a:t>
            </a:r>
          </a:p>
          <a:p>
            <a:r>
              <a:t>One–two sentences summarizing the main quantitative takeaway.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1–3 key plots (add later in PowerPoint):</a:t>
            </a:r>
          </a:p>
          <a:p>
            <a:r>
              <a:t>- Training/validation curves (loss and metrics).</a:t>
            </a:r>
          </a:p>
          <a:p>
            <a:r>
              <a:t>- Confusion matrix / ROC curve / sample outputs.</a:t>
            </a:r>
          </a:p>
          <a:p>
            <a:r>
              <a:t>Add short captions explaining what each figure shows and why it matters.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2–3 main insights you learned from the results.</a:t>
            </a:r>
          </a:p>
          <a:p>
            <a:r>
              <a:t>Important limitations (data quality/size, class imbalance, overfitting, generalization).</a:t>
            </a:r>
          </a:p>
          <a:p>
            <a:r>
              <a:t>If you had more time, what would you try next?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7604-2610-CF56-8124-C171F8D4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CC09-5016-94D7-0A30-C85514B9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your project</a:t>
            </a:r>
          </a:p>
        </p:txBody>
      </p:sp>
    </p:spTree>
    <p:extLst>
      <p:ext uri="{BB962C8B-B14F-4D97-AF65-F5344CB8AC3E}">
        <p14:creationId xmlns:p14="http://schemas.microsoft.com/office/powerpoint/2010/main" val="3488812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Reflection &amp; Lessons Learned (Course-only</a:t>
            </a:r>
            <a:r>
              <a:rPr lang="en-US" dirty="0"/>
              <a:t>, optional to present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39312"/>
          </a:xfrm>
        </p:spPr>
        <p:txBody>
          <a:bodyPr>
            <a:normAutofit lnSpcReduction="10000"/>
          </a:bodyPr>
          <a:lstStyle/>
          <a:p>
            <a:r>
              <a:rPr dirty="0"/>
              <a:t>What problems did you anticipate? What problems did you actually encounter?</a:t>
            </a:r>
          </a:p>
          <a:p>
            <a:r>
              <a:rPr dirty="0"/>
              <a:t>Did your first approach work? If not, what did you change and why?</a:t>
            </a:r>
          </a:p>
          <a:p>
            <a:r>
              <a:rPr dirty="0"/>
              <a:t>List 2–3 specific lessons you learned (about deep learning, experimentation, or teamwork).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AI Tools and Assistance (Disclosure – Course-only</a:t>
            </a:r>
            <a:r>
              <a:rPr lang="en-US" dirty="0"/>
              <a:t>, optional to present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List any AI tools used (e.g., ChatGPT, GitHub Copilot, Grammarly).</a:t>
            </a:r>
          </a:p>
          <a:p>
            <a:r>
              <a:rPr dirty="0"/>
              <a:t>Describe what you used them for (brainstorming, debugging, writing help, etc.).</a:t>
            </a:r>
          </a:p>
          <a:p>
            <a:r>
              <a:rPr dirty="0"/>
              <a:t>Explain how you verified or modified AI-generated suggestions.</a:t>
            </a:r>
          </a:p>
          <a:p>
            <a:r>
              <a:rPr dirty="0"/>
              <a:t>If no AI tools were used, state: 'We did not use AI tools for this project.'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key papers, datasets, and libraries you relied on.</a:t>
            </a:r>
          </a:p>
          <a:p>
            <a:r>
              <a:t>Use a consistent citation style (e.g., APA/MLA/IEEE).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/ Appendix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 plots, ablation studies, or diagnostic results.</a:t>
            </a:r>
          </a:p>
          <a:p>
            <a:r>
              <a:t>Details you may show only if there is time or during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573</Words>
  <Application>Microsoft Office PowerPoint</Application>
  <PresentationFormat>On-screen Show (4:3)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Final Project Title</vt:lpstr>
      <vt:lpstr>About this template</vt:lpstr>
      <vt:lpstr>Problem &amp; Motivation</vt:lpstr>
      <vt:lpstr>Dataset Overview</vt:lpstr>
      <vt:lpstr>Baseline &amp; Approach Overview</vt:lpstr>
      <vt:lpstr>Model Architecture &amp; Design Choices</vt:lpstr>
      <vt:lpstr>Experimental Setup</vt:lpstr>
      <vt:lpstr>Key Results</vt:lpstr>
      <vt:lpstr>Visualizations</vt:lpstr>
      <vt:lpstr>Insights &amp; Limitations</vt:lpstr>
      <vt:lpstr>Conclusion</vt:lpstr>
      <vt:lpstr>Reflection &amp; Lessons Learned (Course-only, optional to present)</vt:lpstr>
      <vt:lpstr>AI Tools and Assistance (Disclosure – Course-only, optional to present)</vt:lpstr>
      <vt:lpstr>References</vt:lpstr>
      <vt:lpstr>Backup / Appendix (Optional)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Lizhen Shi</cp:lastModifiedBy>
  <cp:revision>3</cp:revision>
  <dcterms:created xsi:type="dcterms:W3CDTF">2013-01-27T09:14:16Z</dcterms:created>
  <dcterms:modified xsi:type="dcterms:W3CDTF">2025-12-03T16:12:53Z</dcterms:modified>
  <cp:category/>
</cp:coreProperties>
</file>